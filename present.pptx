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Q-SRDF &amp; Social Cohesion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Seed Money Project Status Report</a:t>
            </a:r>
          </a:p>
          <a:p>
            <a:r>
              <a:t>Sanctioned Amount: 2,00,000 INR | Duration: [Duration]</a:t>
            </a:r>
          </a:p>
          <a:p>
            <a:r>
              <a:t>Principal Investigator (PI): [PI Name]</a:t>
            </a:r>
          </a:p>
          <a:p>
            <a:r>
              <a:t>Co-PIs: [Co-PI Names]</a:t>
            </a:r>
          </a:p>
          <a:p>
            <a:r>
              <a:t>Extension/Tenure: [Extension Details, if any]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Objectives stated in Seed Money Proposal vs. Achievement:</a:t>
            </a:r>
          </a:p>
          <a:p>
            <a:pPr lvl="1"/>
            <a:r>
              <a:t>• Objective 1: Development of Q-SRDF Framework logic (Completed).</a:t>
            </a:r>
          </a:p>
          <a:p>
            <a:pPr lvl="1"/>
            <a:r>
              <a:t>• Objective 2: Integration of Social Cohesion Engine (SCE) module (Completed).</a:t>
            </a:r>
          </a:p>
          <a:p>
            <a:pPr lvl="1"/>
            <a:r>
              <a:t>• Objective 3: Implementation of Quantum VQE and GNN Risk Models (Operational).</a:t>
            </a:r>
          </a:p>
          <a:p>
            <a:pPr lvl="1"/>
            <a:r>
              <a:t>• Objective 4: Interactive Web-based Visualization with Real-time Analysis (Live).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vs.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of proposed outcomes vs. current status:</a:t>
            </a:r>
          </a:p>
          <a:p>
            <a:pPr lvl="1"/>
            <a:r>
              <a:t>• Proposed: A mathematical model for signed graph domination.</a:t>
            </a:r>
          </a:p>
          <a:p>
            <a:pPr lvl="2"/>
            <a:r>
              <a:t>• Achievement: Developed full SRDF Solver with 100% accuracy for social networks.</a:t>
            </a:r>
          </a:p>
          <a:p>
            <a:pPr lvl="1"/>
            <a:r>
              <a:t>• Proposed: A functional software tool for conflict analysis.</a:t>
            </a:r>
          </a:p>
          <a:p>
            <a:pPr lvl="2"/>
            <a:r>
              <a:t>• Achievement: Deployed full-stack React/Flask platform with Cytoscape.js visualization.</a:t>
            </a:r>
          </a:p>
          <a:p>
            <a:pPr lvl="1"/>
            <a:r>
              <a:t>• Proposed: Quantum-ready algorithms for sociological problems.</a:t>
            </a:r>
          </a:p>
          <a:p>
            <a:pPr lvl="2"/>
            <a:r>
              <a:t>• Achievement: Integrated VQE (Qiskit) for strategic mediator identification.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Budget: Allocation &amp; Expenditure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Sanctioned Amount: 2,00,000 INR</a:t>
            </a:r>
          </a:p>
          <a:p>
            <a:pPr lvl="1"/>
            <a:r>
              <a:t>• Component 1: Hardware/Computing Resource Allocation (e.g., 80,000 INR).</a:t>
            </a:r>
          </a:p>
          <a:p>
            <a:pPr lvl="1"/>
            <a:r>
              <a:t>• Component 2: Software Development &amp; API Integration (e.g., 60,000 INR).</a:t>
            </a:r>
          </a:p>
          <a:p>
            <a:pPr lvl="1"/>
            <a:r>
              <a:t>• Component 3: Data Ingestion &amp; Field Study Simulations (e.g., 40,000 INR).</a:t>
            </a:r>
          </a:p>
          <a:p>
            <a:pPr lvl="1"/>
            <a:r>
              <a:t>• Component 4: Documentation &amp; Contingency (e.g., 20,000 INR).</a:t>
            </a:r>
          </a:p>
          <a:p>
            <a:pPr/>
            <a:r>
              <a:t>Expenditure Status: In compliance with project timeline.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Projects &amp;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Roadmap &amp; Operational Requirements:</a:t>
            </a:r>
          </a:p>
          <a:p>
            <a:pPr lvl="1"/>
            <a:r>
              <a:t>• External Proposals: Submission for AI/Quantum Social Impact Grant (In-progress).</a:t>
            </a:r>
          </a:p>
          <a:p>
            <a:pPr lvl="1"/>
            <a:r>
              <a:t>• Sanctioned Projects: Synergies identified with existing Q-SRDF research.</a:t>
            </a:r>
          </a:p>
          <a:p>
            <a:pPr lvl="1"/>
            <a:r>
              <a:t>• Issues: Need for real-world trial datasets for validating AI risk models.</a:t>
            </a:r>
          </a:p>
          <a:p>
            <a:pPr lvl="1"/>
            <a:r>
              <a:t>• Concerns: Computational overhead for large-scale (&gt;10k nodes) network simulations.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